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spam detector built with traditional ML algorithms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 chose this subject: practical, security-relevant, and well suited to supervised classification.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Spambase: 4601 emails, 57 features, last column is label (1 = spam). Features are pre-extracted word/char frequencies.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several classical models and pick the best by F1 and precision.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goals and next steps.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801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Email Spam Detector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emails as spam or legitimate (ham) with classical machine learning</a:t>
            </a:r>
            <a:endParaRPr lang="en-US" sz="2000" dirty="0"/>
          </a:p>
        </p:txBody>
      </p:sp>
      <p:sp>
        <p:nvSpPr>
          <p:cNvPr id="4" name="tag"/>
          <p:cNvSpPr/>
          <p:nvPr/>
        </p:nvSpPr>
        <p:spPr>
          <a:xfrm>
            <a:off x="640080" y="3474720"/>
            <a:ext cx="3931920" cy="457200"/>
          </a:xfrm>
          <a:prstGeom prst="roundRect">
            <a:avLst>
              <a:gd name="adj" fmla="val 24000"/>
            </a:avLst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474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deep learning  ·  scikit-learn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spam detection?</a:t>
            </a:r>
            <a:endParaRPr lang="en-US" sz="3400" dirty="0"/>
          </a:p>
        </p:txBody>
      </p:sp>
      <p:sp>
        <p:nvSpPr>
          <p:cNvPr id="3" name="card0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/>
        </p:spPr>
      </p:sp>
      <p:sp>
        <p:nvSpPr>
          <p:cNvPr id="4" name="num0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everyday problem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has an inbox. Spam wastes time and clutters communication.</a:t>
            </a:r>
            <a:endParaRPr lang="en-US" sz="1400" dirty="0"/>
          </a:p>
        </p:txBody>
      </p:sp>
      <p:sp>
        <p:nvSpPr>
          <p:cNvPr id="8" name="card1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/>
        </p:spPr>
      </p:sp>
      <p:sp>
        <p:nvSpPr>
          <p:cNvPr id="9" name="num1"/>
          <p:cNvSpPr/>
          <p:nvPr/>
        </p:nvSpPr>
        <p:spPr>
          <a:xfrm>
            <a:off x="3520440" y="169164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is the main carrier of phishing links, scams and malware.</a:t>
            </a:r>
            <a:endParaRPr lang="en-US" sz="1400" dirty="0"/>
          </a:p>
        </p:txBody>
      </p:sp>
      <p:sp>
        <p:nvSpPr>
          <p:cNvPr id="13" name="card2"/>
          <p:cNvSpPr/>
          <p:nvPr/>
        </p:nvSpPr>
        <p:spPr>
          <a:xfrm>
            <a:off x="60350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/>
        </p:spPr>
      </p:sp>
      <p:sp>
        <p:nvSpPr>
          <p:cNvPr id="14" name="num2"/>
          <p:cNvSpPr/>
          <p:nvPr/>
        </p:nvSpPr>
        <p:spPr>
          <a:xfrm>
            <a:off x="6263640" y="1691640"/>
            <a:ext cx="548640" cy="548640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63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77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ML task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8036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with labeled data: a perfect fit for classical ML.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automatically filter spam while never losing real emails.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data: UCI Spambase</a:t>
            </a:r>
            <a:endParaRPr lang="en-US" sz="3400" dirty="0"/>
          </a:p>
        </p:txBody>
      </p:sp>
      <p:sp>
        <p:nvSpPr>
          <p:cNvPr id="3" name="stat0"/>
          <p:cNvSpPr/>
          <p:nvPr/>
        </p:nvSpPr>
        <p:spPr>
          <a:xfrm>
            <a:off x="548640" y="137160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4,601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37160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400" dirty="0"/>
          </a:p>
        </p:txBody>
      </p:sp>
      <p:sp>
        <p:nvSpPr>
          <p:cNvPr id="6" name="stat1"/>
          <p:cNvSpPr/>
          <p:nvPr/>
        </p:nvSpPr>
        <p:spPr>
          <a:xfrm>
            <a:off x="548640" y="24688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4688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400" dirty="0"/>
          </a:p>
        </p:txBody>
      </p:sp>
      <p:sp>
        <p:nvSpPr>
          <p:cNvPr id="9" name="stat2"/>
          <p:cNvSpPr/>
          <p:nvPr/>
        </p:nvSpPr>
        <p:spPr>
          <a:xfrm>
            <a:off x="548640" y="356616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39.4%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5661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(1,813)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13716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(Hewlett-Packard Labs)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archive.ics.uci.edu/dataset/94/spambase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features are: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specific words ("free", "money"), characters ("!", "$"), and capital-letter run lengths.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data: </a:t>
            </a:r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emails, already labeled, clean numeric features, and a fairly balanced classes. Ready for classical models.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Alternatives: SpamAssassin Public Corpus, Enron-Spam (raw text, needs TF-IDF).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approach</a:t>
            </a:r>
            <a:endParaRPr lang="en-US" sz="3400" dirty="0"/>
          </a:p>
        </p:txBody>
      </p:sp>
      <p:sp>
        <p:nvSpPr>
          <p:cNvPr id="3" name="step0"/>
          <p:cNvSpPr/>
          <p:nvPr/>
        </p:nvSpPr>
        <p:spPr>
          <a:xfrm>
            <a:off x="54864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num0"/>
          <p:cNvSpPr/>
          <p:nvPr/>
        </p:nvSpPr>
        <p:spPr>
          <a:xfrm>
            <a:off x="731520" y="173736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explore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balance, missing values, correlations</a:t>
            </a:r>
            <a:endParaRPr lang="en-US" sz="1400" dirty="0"/>
          </a:p>
        </p:txBody>
      </p:sp>
      <p:sp>
        <p:nvSpPr>
          <p:cNvPr id="8" name="step1"/>
          <p:cNvSpPr/>
          <p:nvPr/>
        </p:nvSpPr>
        <p:spPr>
          <a:xfrm>
            <a:off x="265176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epnum1"/>
          <p:cNvSpPr/>
          <p:nvPr/>
        </p:nvSpPr>
        <p:spPr>
          <a:xfrm>
            <a:off x="2834640" y="173736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(80/20), feature scaling</a:t>
            </a:r>
            <a:endParaRPr lang="en-US" sz="1400" dirty="0"/>
          </a:p>
        </p:txBody>
      </p:sp>
      <p:sp>
        <p:nvSpPr>
          <p:cNvPr id="13" name="step2"/>
          <p:cNvSpPr/>
          <p:nvPr/>
        </p:nvSpPr>
        <p:spPr>
          <a:xfrm>
            <a:off x="475488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tepnum2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937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Logistic Regression, SVM, Random Forest</a:t>
            </a:r>
            <a:endParaRPr lang="en-US" sz="1400" dirty="0"/>
          </a:p>
        </p:txBody>
      </p:sp>
      <p:sp>
        <p:nvSpPr>
          <p:cNvPr id="18" name="step3"/>
          <p:cNvSpPr/>
          <p:nvPr/>
        </p:nvSpPr>
        <p:spPr>
          <a:xfrm>
            <a:off x="6858000" y="1554480"/>
            <a:ext cx="1920240" cy="23774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epnum3"/>
          <p:cNvSpPr/>
          <p:nvPr/>
        </p:nvSpPr>
        <p:spPr>
          <a:xfrm>
            <a:off x="7040880" y="173736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408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377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27889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F1, confusion matrix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pandas, scikit-learn, matplotlib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aim for</a:t>
            </a:r>
            <a:endParaRPr lang="en-US" sz="3400" dirty="0"/>
          </a:p>
        </p:txBody>
      </p:sp>
      <p:sp>
        <p:nvSpPr>
          <p:cNvPr id="3" name="goal0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F316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filter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that reliably separates spam from ham</a:t>
            </a:r>
            <a:endParaRPr lang="en-US" sz="1400" dirty="0"/>
          </a:p>
        </p:txBody>
      </p:sp>
      <p:sp>
        <p:nvSpPr>
          <p:cNvPr id="6" name="goal1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F31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5087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false positives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email lost in spam is worse than a spam in the inbox, so precision matters most</a:t>
            </a:r>
            <a:endParaRPr lang="en-US" sz="1400" dirty="0"/>
          </a:p>
        </p:txBody>
      </p:sp>
      <p:sp>
        <p:nvSpPr>
          <p:cNvPr id="9" name="goal2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F316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models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which classical algorithm works best, and why</a:t>
            </a:r>
            <a:endParaRPr lang="en-US" sz="1400" dirty="0"/>
          </a:p>
        </p:txBody>
      </p:sp>
      <p:sp>
        <p:nvSpPr>
          <p:cNvPr id="12" name="goal3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1F316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3200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raw-text corpora with TF-IDF; deploy as a simple 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2026-10-10T15:59:49Z</dcterms:created>
  <dcterms:modified xsi:type="dcterms:W3CDTF">2026-10-10T15:59:49Z</dcterms:modified>
</cp:coreProperties>
</file>